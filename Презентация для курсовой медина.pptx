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70" r:id="rId3"/>
    <p:sldId id="256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69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AF713B-FF27-4229-9F41-FE1026B7E34B}" type="doc">
      <dgm:prSet loTypeId="urn:microsoft.com/office/officeart/2008/layout/Lin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ru-RU"/>
        </a:p>
      </dgm:t>
    </dgm:pt>
    <dgm:pt modelId="{54041FFB-E5A5-4E20-838B-C2299A9F9A26}">
      <dgm:prSet phldrT="[Текст]" custT="1"/>
      <dgm:spPr/>
      <dgm:t>
        <a:bodyPr/>
        <a:lstStyle/>
        <a:p>
          <a:r>
            <a:rPr lang="ru-RU" sz="4800" i="1" dirty="0" smtClean="0"/>
            <a:t>План</a:t>
          </a:r>
          <a:endParaRPr lang="ru-RU" sz="4800" i="1" dirty="0"/>
        </a:p>
      </dgm:t>
    </dgm:pt>
    <dgm:pt modelId="{4AA0B26A-78F6-4429-B9B2-628C65A884E4}" type="parTrans" cxnId="{B36DB96F-CDCD-43D3-A726-1174FB29009A}">
      <dgm:prSet/>
      <dgm:spPr/>
      <dgm:t>
        <a:bodyPr/>
        <a:lstStyle/>
        <a:p>
          <a:endParaRPr lang="ru-RU"/>
        </a:p>
      </dgm:t>
    </dgm:pt>
    <dgm:pt modelId="{47EE89AB-66DF-455E-81F1-365E1D58F6D1}" type="sibTrans" cxnId="{B36DB96F-CDCD-43D3-A726-1174FB29009A}">
      <dgm:prSet/>
      <dgm:spPr/>
      <dgm:t>
        <a:bodyPr/>
        <a:lstStyle/>
        <a:p>
          <a:endParaRPr lang="ru-RU"/>
        </a:p>
      </dgm:t>
    </dgm:pt>
    <dgm:pt modelId="{5DD66DC1-CBAB-4517-BF1B-0AA8A7842032}">
      <dgm:prSet phldrT="[Текст]" custT="1"/>
      <dgm:spPr/>
      <dgm:t>
        <a:bodyPr/>
        <a:lstStyle/>
        <a:p>
          <a:r>
            <a:rPr lang="ru-RU" sz="3200" i="1" dirty="0" smtClean="0"/>
            <a:t>Введение</a:t>
          </a:r>
          <a:r>
            <a:rPr lang="ru-RU" sz="2800" i="1" dirty="0" smtClean="0"/>
            <a:t> </a:t>
          </a:r>
          <a:endParaRPr lang="ru-RU" sz="2800" i="1" dirty="0"/>
        </a:p>
      </dgm:t>
    </dgm:pt>
    <dgm:pt modelId="{0A8A6137-C97D-4BD9-AE92-8BA7F3814BE7}" type="parTrans" cxnId="{71BEF6EC-1141-47E6-89C8-7B7FA44400FF}">
      <dgm:prSet/>
      <dgm:spPr/>
      <dgm:t>
        <a:bodyPr/>
        <a:lstStyle/>
        <a:p>
          <a:endParaRPr lang="ru-RU"/>
        </a:p>
      </dgm:t>
    </dgm:pt>
    <dgm:pt modelId="{A8CCBE2D-EDB3-4E21-8DAC-245C20AF66C7}" type="sibTrans" cxnId="{71BEF6EC-1141-47E6-89C8-7B7FA44400FF}">
      <dgm:prSet/>
      <dgm:spPr/>
      <dgm:t>
        <a:bodyPr/>
        <a:lstStyle/>
        <a:p>
          <a:endParaRPr lang="ru-RU"/>
        </a:p>
      </dgm:t>
    </dgm:pt>
    <dgm:pt modelId="{E782F30C-B501-495F-B328-2E3174B9F0BE}">
      <dgm:prSet phldrT="[Текст]"/>
      <dgm:spPr/>
      <dgm:t>
        <a:bodyPr/>
        <a:lstStyle/>
        <a:p>
          <a:r>
            <a:rPr lang="ru-RU" i="1" dirty="0" smtClean="0"/>
            <a:t>Актуальность темы</a:t>
          </a:r>
          <a:endParaRPr lang="ru-RU" i="1" dirty="0"/>
        </a:p>
      </dgm:t>
    </dgm:pt>
    <dgm:pt modelId="{9AC24617-CE24-40BC-A34A-070F9635B1E9}" type="parTrans" cxnId="{743FD263-A572-4BE4-A045-E8D92A7DF8AE}">
      <dgm:prSet/>
      <dgm:spPr/>
      <dgm:t>
        <a:bodyPr/>
        <a:lstStyle/>
        <a:p>
          <a:endParaRPr lang="ru-RU"/>
        </a:p>
      </dgm:t>
    </dgm:pt>
    <dgm:pt modelId="{E7E6C74C-3D3F-49B3-A4B3-C67F570E183D}" type="sibTrans" cxnId="{743FD263-A572-4BE4-A045-E8D92A7DF8AE}">
      <dgm:prSet/>
      <dgm:spPr/>
      <dgm:t>
        <a:bodyPr/>
        <a:lstStyle/>
        <a:p>
          <a:endParaRPr lang="ru-RU"/>
        </a:p>
      </dgm:t>
    </dgm:pt>
    <dgm:pt modelId="{D6D748C3-8DD7-46C6-96BF-1A6C5B4954A7}">
      <dgm:prSet phldrT="[Текст]"/>
      <dgm:spPr/>
      <dgm:t>
        <a:bodyPr/>
        <a:lstStyle/>
        <a:p>
          <a:r>
            <a:rPr lang="ru-RU" i="1" dirty="0" smtClean="0"/>
            <a:t>Цель и задачи работы</a:t>
          </a:r>
          <a:endParaRPr lang="ru-RU" i="1" dirty="0"/>
        </a:p>
      </dgm:t>
    </dgm:pt>
    <dgm:pt modelId="{579DAC61-4F2D-44F1-81EF-B72CF577830B}" type="parTrans" cxnId="{265E9B8F-F80E-41DA-B939-AD5402177D49}">
      <dgm:prSet/>
      <dgm:spPr/>
      <dgm:t>
        <a:bodyPr/>
        <a:lstStyle/>
        <a:p>
          <a:endParaRPr lang="ru-RU"/>
        </a:p>
      </dgm:t>
    </dgm:pt>
    <dgm:pt modelId="{C08C1BE8-F2F2-4717-9E78-DD07AE67F55C}" type="sibTrans" cxnId="{265E9B8F-F80E-41DA-B939-AD5402177D49}">
      <dgm:prSet/>
      <dgm:spPr/>
      <dgm:t>
        <a:bodyPr/>
        <a:lstStyle/>
        <a:p>
          <a:endParaRPr lang="ru-RU"/>
        </a:p>
      </dgm:t>
    </dgm:pt>
    <dgm:pt modelId="{622AEA4E-D590-4E24-8F92-11898F4775A1}">
      <dgm:prSet phldrT="[Текст]"/>
      <dgm:spPr/>
      <dgm:t>
        <a:bodyPr/>
        <a:lstStyle/>
        <a:p>
          <a:r>
            <a:rPr lang="ru-RU" i="1" dirty="0" smtClean="0"/>
            <a:t>Взаимодействие с пользователем</a:t>
          </a:r>
          <a:endParaRPr lang="ru-RU" i="1" dirty="0"/>
        </a:p>
      </dgm:t>
    </dgm:pt>
    <dgm:pt modelId="{21B3F7DD-4FEE-4789-8A4A-E0AA366A57F3}" type="parTrans" cxnId="{DB2D6935-CDE4-47CA-B8B8-DEC16EF6C0FF}">
      <dgm:prSet/>
      <dgm:spPr/>
      <dgm:t>
        <a:bodyPr/>
        <a:lstStyle/>
        <a:p>
          <a:endParaRPr lang="ru-RU"/>
        </a:p>
      </dgm:t>
    </dgm:pt>
    <dgm:pt modelId="{3FA1084C-CB79-437B-A781-E87C6C072AFB}" type="sibTrans" cxnId="{DB2D6935-CDE4-47CA-B8B8-DEC16EF6C0FF}">
      <dgm:prSet/>
      <dgm:spPr/>
      <dgm:t>
        <a:bodyPr/>
        <a:lstStyle/>
        <a:p>
          <a:endParaRPr lang="ru-RU"/>
        </a:p>
      </dgm:t>
    </dgm:pt>
    <dgm:pt modelId="{99751409-E617-4D2A-9B8A-98F98C6C07DB}">
      <dgm:prSet phldrT="[Текст]"/>
      <dgm:spPr/>
      <dgm:t>
        <a:bodyPr/>
        <a:lstStyle/>
        <a:p>
          <a:r>
            <a:rPr lang="ru-RU" i="1" dirty="0" smtClean="0"/>
            <a:t>Используемые технологии</a:t>
          </a:r>
          <a:endParaRPr lang="ru-RU" i="1" dirty="0"/>
        </a:p>
      </dgm:t>
    </dgm:pt>
    <dgm:pt modelId="{7B98E617-969C-4A80-9A2A-BDCE9EFC8A4B}" type="parTrans" cxnId="{2AD5A672-B8FE-4CE0-B40F-29AEF457B401}">
      <dgm:prSet/>
      <dgm:spPr/>
      <dgm:t>
        <a:bodyPr/>
        <a:lstStyle/>
        <a:p>
          <a:endParaRPr lang="ru-RU"/>
        </a:p>
      </dgm:t>
    </dgm:pt>
    <dgm:pt modelId="{52F23FA0-BD0A-4D1D-A01F-944393B5E178}" type="sibTrans" cxnId="{2AD5A672-B8FE-4CE0-B40F-29AEF457B401}">
      <dgm:prSet/>
      <dgm:spPr/>
      <dgm:t>
        <a:bodyPr/>
        <a:lstStyle/>
        <a:p>
          <a:endParaRPr lang="ru-RU"/>
        </a:p>
      </dgm:t>
    </dgm:pt>
    <dgm:pt modelId="{BD3988A8-68CF-4054-8B0C-B584666A1453}">
      <dgm:prSet phldrT="[Текст]"/>
      <dgm:spPr/>
      <dgm:t>
        <a:bodyPr/>
        <a:lstStyle/>
        <a:p>
          <a:r>
            <a:rPr lang="ru-RU" i="1" dirty="0" smtClean="0"/>
            <a:t>Структура сайта</a:t>
          </a:r>
          <a:endParaRPr lang="ru-RU" i="1" dirty="0"/>
        </a:p>
      </dgm:t>
    </dgm:pt>
    <dgm:pt modelId="{C64076B4-5926-4385-9FB8-555B49751848}" type="parTrans" cxnId="{08A41005-777C-40AD-B250-CE18CF8A9BB7}">
      <dgm:prSet/>
      <dgm:spPr/>
      <dgm:t>
        <a:bodyPr/>
        <a:lstStyle/>
        <a:p>
          <a:endParaRPr lang="ru-RU"/>
        </a:p>
      </dgm:t>
    </dgm:pt>
    <dgm:pt modelId="{BBBBFCDD-A768-4A3C-8000-3F3373268E55}" type="sibTrans" cxnId="{08A41005-777C-40AD-B250-CE18CF8A9BB7}">
      <dgm:prSet/>
      <dgm:spPr/>
      <dgm:t>
        <a:bodyPr/>
        <a:lstStyle/>
        <a:p>
          <a:endParaRPr lang="ru-RU"/>
        </a:p>
      </dgm:t>
    </dgm:pt>
    <dgm:pt modelId="{292286C5-8CB3-4556-9910-AD4616AD6673}">
      <dgm:prSet phldrT="[Текст]"/>
      <dgm:spPr/>
      <dgm:t>
        <a:bodyPr/>
        <a:lstStyle/>
        <a:p>
          <a:r>
            <a:rPr lang="ru-RU" i="1" dirty="0" smtClean="0"/>
            <a:t>Дизайн и стилизация</a:t>
          </a:r>
          <a:endParaRPr lang="ru-RU" i="1" dirty="0"/>
        </a:p>
      </dgm:t>
    </dgm:pt>
    <dgm:pt modelId="{58B3FBF4-AD43-499F-BF7F-0CEAE23BEC34}" type="parTrans" cxnId="{15E82304-6048-44BE-8CAB-34207DDFBB51}">
      <dgm:prSet/>
      <dgm:spPr/>
      <dgm:t>
        <a:bodyPr/>
        <a:lstStyle/>
        <a:p>
          <a:endParaRPr lang="ru-RU"/>
        </a:p>
      </dgm:t>
    </dgm:pt>
    <dgm:pt modelId="{7B8FD5CC-8779-4329-94E8-645567F44F93}" type="sibTrans" cxnId="{15E82304-6048-44BE-8CAB-34207DDFBB51}">
      <dgm:prSet/>
      <dgm:spPr/>
      <dgm:t>
        <a:bodyPr/>
        <a:lstStyle/>
        <a:p>
          <a:endParaRPr lang="ru-RU"/>
        </a:p>
      </dgm:t>
    </dgm:pt>
    <dgm:pt modelId="{BD432778-13E0-4F14-B868-3012BC3D986C}">
      <dgm:prSet phldrT="[Текст]"/>
      <dgm:spPr/>
      <dgm:t>
        <a:bodyPr/>
        <a:lstStyle/>
        <a:p>
          <a:r>
            <a:rPr lang="ru-RU" i="1" dirty="0" smtClean="0"/>
            <a:t>Заключение</a:t>
          </a:r>
          <a:endParaRPr lang="ru-RU" i="1" dirty="0"/>
        </a:p>
      </dgm:t>
    </dgm:pt>
    <dgm:pt modelId="{B3323828-C3C6-4838-A1F3-6AC9770D4B0F}" type="parTrans" cxnId="{0DB1DA6C-D552-4AFF-B595-F1355C0EE4C4}">
      <dgm:prSet/>
      <dgm:spPr/>
      <dgm:t>
        <a:bodyPr/>
        <a:lstStyle/>
        <a:p>
          <a:endParaRPr lang="ru-RU"/>
        </a:p>
      </dgm:t>
    </dgm:pt>
    <dgm:pt modelId="{C5BF6275-32D6-4E49-A5DE-EDA78831FA9C}" type="sibTrans" cxnId="{0DB1DA6C-D552-4AFF-B595-F1355C0EE4C4}">
      <dgm:prSet/>
      <dgm:spPr/>
      <dgm:t>
        <a:bodyPr/>
        <a:lstStyle/>
        <a:p>
          <a:endParaRPr lang="ru-RU"/>
        </a:p>
      </dgm:t>
    </dgm:pt>
    <dgm:pt modelId="{5865F8DC-CACD-459F-B783-8CE83804F214}" type="pres">
      <dgm:prSet presAssocID="{68AF713B-FF27-4229-9F41-FE1026B7E34B}" presName="vert0" presStyleCnt="0">
        <dgm:presLayoutVars>
          <dgm:dir/>
          <dgm:animOne val="branch"/>
          <dgm:animLvl val="lvl"/>
        </dgm:presLayoutVars>
      </dgm:prSet>
      <dgm:spPr/>
    </dgm:pt>
    <dgm:pt modelId="{7AD52BA0-1B37-493D-9A2D-81B8D760133D}" type="pres">
      <dgm:prSet presAssocID="{54041FFB-E5A5-4E20-838B-C2299A9F9A26}" presName="thickLine" presStyleLbl="alignNode1" presStyleIdx="0" presStyleCnt="1"/>
      <dgm:spPr/>
    </dgm:pt>
    <dgm:pt modelId="{F7B64C9D-EA4C-4345-A96A-BC7DDAE75341}" type="pres">
      <dgm:prSet presAssocID="{54041FFB-E5A5-4E20-838B-C2299A9F9A26}" presName="horz1" presStyleCnt="0"/>
      <dgm:spPr/>
    </dgm:pt>
    <dgm:pt modelId="{6BFC9C0B-6A66-4E81-9604-D6331C43A0F1}" type="pres">
      <dgm:prSet presAssocID="{54041FFB-E5A5-4E20-838B-C2299A9F9A26}" presName="tx1" presStyleLbl="revTx" presStyleIdx="0" presStyleCnt="9"/>
      <dgm:spPr/>
    </dgm:pt>
    <dgm:pt modelId="{26C14EB2-78B0-4E5A-912F-4AFA71AADD6B}" type="pres">
      <dgm:prSet presAssocID="{54041FFB-E5A5-4E20-838B-C2299A9F9A26}" presName="vert1" presStyleCnt="0"/>
      <dgm:spPr/>
    </dgm:pt>
    <dgm:pt modelId="{A0399AF2-AD8E-402A-A34E-8327061F0CC7}" type="pres">
      <dgm:prSet presAssocID="{5DD66DC1-CBAB-4517-BF1B-0AA8A7842032}" presName="vertSpace2a" presStyleCnt="0"/>
      <dgm:spPr/>
    </dgm:pt>
    <dgm:pt modelId="{DB136F65-80B7-4F3D-9ACE-B69230D61708}" type="pres">
      <dgm:prSet presAssocID="{5DD66DC1-CBAB-4517-BF1B-0AA8A7842032}" presName="horz2" presStyleCnt="0"/>
      <dgm:spPr/>
    </dgm:pt>
    <dgm:pt modelId="{4F66266B-6463-4668-BDC1-3AD907244076}" type="pres">
      <dgm:prSet presAssocID="{5DD66DC1-CBAB-4517-BF1B-0AA8A7842032}" presName="horzSpace2" presStyleCnt="0"/>
      <dgm:spPr/>
    </dgm:pt>
    <dgm:pt modelId="{2D217E10-F4A7-4A37-87CC-4C8F1DBA2DD2}" type="pres">
      <dgm:prSet presAssocID="{5DD66DC1-CBAB-4517-BF1B-0AA8A7842032}" presName="tx2" presStyleLbl="revTx" presStyleIdx="1" presStyleCnt="9"/>
      <dgm:spPr/>
    </dgm:pt>
    <dgm:pt modelId="{FA7DFF30-38D1-41EB-B4E1-7C80527A2415}" type="pres">
      <dgm:prSet presAssocID="{5DD66DC1-CBAB-4517-BF1B-0AA8A7842032}" presName="vert2" presStyleCnt="0"/>
      <dgm:spPr/>
    </dgm:pt>
    <dgm:pt modelId="{2DF9EBEA-2B36-4007-99AE-92B20432AB4F}" type="pres">
      <dgm:prSet presAssocID="{5DD66DC1-CBAB-4517-BF1B-0AA8A7842032}" presName="thinLine2b" presStyleLbl="callout" presStyleIdx="0" presStyleCnt="8"/>
      <dgm:spPr/>
    </dgm:pt>
    <dgm:pt modelId="{6E9DE1E8-3AF1-41EE-AA3B-700604AD512F}" type="pres">
      <dgm:prSet presAssocID="{5DD66DC1-CBAB-4517-BF1B-0AA8A7842032}" presName="vertSpace2b" presStyleCnt="0"/>
      <dgm:spPr/>
    </dgm:pt>
    <dgm:pt modelId="{ACC49CE9-8868-4195-97BB-5A4C8D5A9C51}" type="pres">
      <dgm:prSet presAssocID="{E782F30C-B501-495F-B328-2E3174B9F0BE}" presName="horz2" presStyleCnt="0"/>
      <dgm:spPr/>
    </dgm:pt>
    <dgm:pt modelId="{5A7EEFA8-FA09-4F58-9CA8-724CA43A65B1}" type="pres">
      <dgm:prSet presAssocID="{E782F30C-B501-495F-B328-2E3174B9F0BE}" presName="horzSpace2" presStyleCnt="0"/>
      <dgm:spPr/>
    </dgm:pt>
    <dgm:pt modelId="{B5B1CA41-37C8-4D3D-9608-96F05E2CA10E}" type="pres">
      <dgm:prSet presAssocID="{E782F30C-B501-495F-B328-2E3174B9F0BE}" presName="tx2" presStyleLbl="revTx" presStyleIdx="2" presStyleCnt="9"/>
      <dgm:spPr/>
      <dgm:t>
        <a:bodyPr/>
        <a:lstStyle/>
        <a:p>
          <a:endParaRPr lang="ru-RU"/>
        </a:p>
      </dgm:t>
    </dgm:pt>
    <dgm:pt modelId="{48C87271-D138-4977-A294-7BEC3C34181C}" type="pres">
      <dgm:prSet presAssocID="{E782F30C-B501-495F-B328-2E3174B9F0BE}" presName="vert2" presStyleCnt="0"/>
      <dgm:spPr/>
    </dgm:pt>
    <dgm:pt modelId="{77E5F18A-FC35-41A1-9141-8EE814C16DB6}" type="pres">
      <dgm:prSet presAssocID="{E782F30C-B501-495F-B328-2E3174B9F0BE}" presName="thinLine2b" presStyleLbl="callout" presStyleIdx="1" presStyleCnt="8"/>
      <dgm:spPr/>
    </dgm:pt>
    <dgm:pt modelId="{1C895435-6D1C-458A-8A3C-6887394C5203}" type="pres">
      <dgm:prSet presAssocID="{E782F30C-B501-495F-B328-2E3174B9F0BE}" presName="vertSpace2b" presStyleCnt="0"/>
      <dgm:spPr/>
    </dgm:pt>
    <dgm:pt modelId="{BFC13C71-353A-414A-A81A-AC3FB5A2B3FF}" type="pres">
      <dgm:prSet presAssocID="{D6D748C3-8DD7-46C6-96BF-1A6C5B4954A7}" presName="horz2" presStyleCnt="0"/>
      <dgm:spPr/>
    </dgm:pt>
    <dgm:pt modelId="{F7E59D6C-76F6-4DA2-A49E-670B11124137}" type="pres">
      <dgm:prSet presAssocID="{D6D748C3-8DD7-46C6-96BF-1A6C5B4954A7}" presName="horzSpace2" presStyleCnt="0"/>
      <dgm:spPr/>
    </dgm:pt>
    <dgm:pt modelId="{01737AD6-09CD-4615-94A6-87421B6171A4}" type="pres">
      <dgm:prSet presAssocID="{D6D748C3-8DD7-46C6-96BF-1A6C5B4954A7}" presName="tx2" presStyleLbl="revTx" presStyleIdx="3" presStyleCnt="9"/>
      <dgm:spPr/>
      <dgm:t>
        <a:bodyPr/>
        <a:lstStyle/>
        <a:p>
          <a:endParaRPr lang="ru-RU"/>
        </a:p>
      </dgm:t>
    </dgm:pt>
    <dgm:pt modelId="{AAF03E95-E4C7-4D0B-9E3F-876AA54BEB19}" type="pres">
      <dgm:prSet presAssocID="{D6D748C3-8DD7-46C6-96BF-1A6C5B4954A7}" presName="vert2" presStyleCnt="0"/>
      <dgm:spPr/>
    </dgm:pt>
    <dgm:pt modelId="{8A25E97D-A86F-42C9-BD87-3E5A1828318B}" type="pres">
      <dgm:prSet presAssocID="{D6D748C3-8DD7-46C6-96BF-1A6C5B4954A7}" presName="thinLine2b" presStyleLbl="callout" presStyleIdx="2" presStyleCnt="8"/>
      <dgm:spPr/>
    </dgm:pt>
    <dgm:pt modelId="{3FB7E9C1-D846-48DE-9D81-629F5EECEA63}" type="pres">
      <dgm:prSet presAssocID="{D6D748C3-8DD7-46C6-96BF-1A6C5B4954A7}" presName="vertSpace2b" presStyleCnt="0"/>
      <dgm:spPr/>
    </dgm:pt>
    <dgm:pt modelId="{A490B9D7-A633-409C-BC6A-F0FE451F7DB9}" type="pres">
      <dgm:prSet presAssocID="{99751409-E617-4D2A-9B8A-98F98C6C07DB}" presName="horz2" presStyleCnt="0"/>
      <dgm:spPr/>
    </dgm:pt>
    <dgm:pt modelId="{38B6E304-52CD-4851-AC1F-DE27AFD70258}" type="pres">
      <dgm:prSet presAssocID="{99751409-E617-4D2A-9B8A-98F98C6C07DB}" presName="horzSpace2" presStyleCnt="0"/>
      <dgm:spPr/>
    </dgm:pt>
    <dgm:pt modelId="{33CD45A1-938F-44D5-A759-200A4FBAB73F}" type="pres">
      <dgm:prSet presAssocID="{99751409-E617-4D2A-9B8A-98F98C6C07DB}" presName="tx2" presStyleLbl="revTx" presStyleIdx="4" presStyleCnt="9"/>
      <dgm:spPr/>
      <dgm:t>
        <a:bodyPr/>
        <a:lstStyle/>
        <a:p>
          <a:endParaRPr lang="ru-RU"/>
        </a:p>
      </dgm:t>
    </dgm:pt>
    <dgm:pt modelId="{66378ECE-73F6-45EF-846F-3ADFF75C3A6B}" type="pres">
      <dgm:prSet presAssocID="{99751409-E617-4D2A-9B8A-98F98C6C07DB}" presName="vert2" presStyleCnt="0"/>
      <dgm:spPr/>
    </dgm:pt>
    <dgm:pt modelId="{AB0E72C2-2275-47F2-B7BF-E81ECBDC2357}" type="pres">
      <dgm:prSet presAssocID="{99751409-E617-4D2A-9B8A-98F98C6C07DB}" presName="thinLine2b" presStyleLbl="callout" presStyleIdx="3" presStyleCnt="8"/>
      <dgm:spPr/>
    </dgm:pt>
    <dgm:pt modelId="{958F672A-3C84-457B-82DF-CA2CE4B18043}" type="pres">
      <dgm:prSet presAssocID="{99751409-E617-4D2A-9B8A-98F98C6C07DB}" presName="vertSpace2b" presStyleCnt="0"/>
      <dgm:spPr/>
    </dgm:pt>
    <dgm:pt modelId="{EC56C607-344B-4674-B965-4DFBE9AD2F3B}" type="pres">
      <dgm:prSet presAssocID="{BD3988A8-68CF-4054-8B0C-B584666A1453}" presName="horz2" presStyleCnt="0"/>
      <dgm:spPr/>
    </dgm:pt>
    <dgm:pt modelId="{0B14AE4B-416D-4C06-AAC9-94DF90288E36}" type="pres">
      <dgm:prSet presAssocID="{BD3988A8-68CF-4054-8B0C-B584666A1453}" presName="horzSpace2" presStyleCnt="0"/>
      <dgm:spPr/>
    </dgm:pt>
    <dgm:pt modelId="{C5F434D7-9247-4B8C-87E8-B32E589576FF}" type="pres">
      <dgm:prSet presAssocID="{BD3988A8-68CF-4054-8B0C-B584666A1453}" presName="tx2" presStyleLbl="revTx" presStyleIdx="5" presStyleCnt="9"/>
      <dgm:spPr/>
      <dgm:t>
        <a:bodyPr/>
        <a:lstStyle/>
        <a:p>
          <a:endParaRPr lang="ru-RU"/>
        </a:p>
      </dgm:t>
    </dgm:pt>
    <dgm:pt modelId="{53C5CD74-CE6B-4D5E-9C12-BBCB3ED63434}" type="pres">
      <dgm:prSet presAssocID="{BD3988A8-68CF-4054-8B0C-B584666A1453}" presName="vert2" presStyleCnt="0"/>
      <dgm:spPr/>
    </dgm:pt>
    <dgm:pt modelId="{B72B9525-A179-4C4F-8CDF-64621FBC29C8}" type="pres">
      <dgm:prSet presAssocID="{BD3988A8-68CF-4054-8B0C-B584666A1453}" presName="thinLine2b" presStyleLbl="callout" presStyleIdx="4" presStyleCnt="8"/>
      <dgm:spPr/>
    </dgm:pt>
    <dgm:pt modelId="{253FB34A-3F14-4683-B786-DE39C5713097}" type="pres">
      <dgm:prSet presAssocID="{BD3988A8-68CF-4054-8B0C-B584666A1453}" presName="vertSpace2b" presStyleCnt="0"/>
      <dgm:spPr/>
    </dgm:pt>
    <dgm:pt modelId="{834D9F5D-4013-43E0-AE21-1ADD8CF72E8C}" type="pres">
      <dgm:prSet presAssocID="{292286C5-8CB3-4556-9910-AD4616AD6673}" presName="horz2" presStyleCnt="0"/>
      <dgm:spPr/>
    </dgm:pt>
    <dgm:pt modelId="{893E41BF-D4AB-474C-B5EF-113BFA7BA037}" type="pres">
      <dgm:prSet presAssocID="{292286C5-8CB3-4556-9910-AD4616AD6673}" presName="horzSpace2" presStyleCnt="0"/>
      <dgm:spPr/>
    </dgm:pt>
    <dgm:pt modelId="{E4273A45-0132-4E56-9EC9-16EEDFE885D7}" type="pres">
      <dgm:prSet presAssocID="{292286C5-8CB3-4556-9910-AD4616AD6673}" presName="tx2" presStyleLbl="revTx" presStyleIdx="6" presStyleCnt="9"/>
      <dgm:spPr/>
      <dgm:t>
        <a:bodyPr/>
        <a:lstStyle/>
        <a:p>
          <a:endParaRPr lang="ru-RU"/>
        </a:p>
      </dgm:t>
    </dgm:pt>
    <dgm:pt modelId="{7E7C21EB-8D56-4575-974F-CE04398ED0CB}" type="pres">
      <dgm:prSet presAssocID="{292286C5-8CB3-4556-9910-AD4616AD6673}" presName="vert2" presStyleCnt="0"/>
      <dgm:spPr/>
    </dgm:pt>
    <dgm:pt modelId="{1A37BAEB-BD8F-4E17-BE38-72BAA78C300C}" type="pres">
      <dgm:prSet presAssocID="{292286C5-8CB3-4556-9910-AD4616AD6673}" presName="thinLine2b" presStyleLbl="callout" presStyleIdx="5" presStyleCnt="8"/>
      <dgm:spPr/>
    </dgm:pt>
    <dgm:pt modelId="{713E2380-9EF8-4F60-A3AE-77293CFB9744}" type="pres">
      <dgm:prSet presAssocID="{292286C5-8CB3-4556-9910-AD4616AD6673}" presName="vertSpace2b" presStyleCnt="0"/>
      <dgm:spPr/>
    </dgm:pt>
    <dgm:pt modelId="{B8BB50B9-0C16-4494-A15F-EC30C9F267E4}" type="pres">
      <dgm:prSet presAssocID="{622AEA4E-D590-4E24-8F92-11898F4775A1}" presName="horz2" presStyleCnt="0"/>
      <dgm:spPr/>
    </dgm:pt>
    <dgm:pt modelId="{E2BFE343-7A0E-4392-B7C3-308E704EA9B0}" type="pres">
      <dgm:prSet presAssocID="{622AEA4E-D590-4E24-8F92-11898F4775A1}" presName="horzSpace2" presStyleCnt="0"/>
      <dgm:spPr/>
    </dgm:pt>
    <dgm:pt modelId="{9D392BAD-69B7-43C7-882F-220587822AA4}" type="pres">
      <dgm:prSet presAssocID="{622AEA4E-D590-4E24-8F92-11898F4775A1}" presName="tx2" presStyleLbl="revTx" presStyleIdx="7" presStyleCnt="9"/>
      <dgm:spPr/>
      <dgm:t>
        <a:bodyPr/>
        <a:lstStyle/>
        <a:p>
          <a:endParaRPr lang="ru-RU"/>
        </a:p>
      </dgm:t>
    </dgm:pt>
    <dgm:pt modelId="{EB969579-8856-473E-AADB-B0F995291567}" type="pres">
      <dgm:prSet presAssocID="{622AEA4E-D590-4E24-8F92-11898F4775A1}" presName="vert2" presStyleCnt="0"/>
      <dgm:spPr/>
    </dgm:pt>
    <dgm:pt modelId="{F92EE673-6339-49AE-82F0-D4E24050DF55}" type="pres">
      <dgm:prSet presAssocID="{622AEA4E-D590-4E24-8F92-11898F4775A1}" presName="thinLine2b" presStyleLbl="callout" presStyleIdx="6" presStyleCnt="8"/>
      <dgm:spPr/>
    </dgm:pt>
    <dgm:pt modelId="{8A5D02C8-69E8-4566-A81C-C7C6A4031E34}" type="pres">
      <dgm:prSet presAssocID="{622AEA4E-D590-4E24-8F92-11898F4775A1}" presName="vertSpace2b" presStyleCnt="0"/>
      <dgm:spPr/>
    </dgm:pt>
    <dgm:pt modelId="{83ED6703-5590-4A9D-9FF4-485F9EB30AFA}" type="pres">
      <dgm:prSet presAssocID="{BD432778-13E0-4F14-B868-3012BC3D986C}" presName="horz2" presStyleCnt="0"/>
      <dgm:spPr/>
    </dgm:pt>
    <dgm:pt modelId="{F65CC3E5-C40A-4F13-9078-DEB1BEC4D9EF}" type="pres">
      <dgm:prSet presAssocID="{BD432778-13E0-4F14-B868-3012BC3D986C}" presName="horzSpace2" presStyleCnt="0"/>
      <dgm:spPr/>
    </dgm:pt>
    <dgm:pt modelId="{1A541D7D-2E6F-49D0-92D6-E3F549781E7D}" type="pres">
      <dgm:prSet presAssocID="{BD432778-13E0-4F14-B868-3012BC3D986C}" presName="tx2" presStyleLbl="revTx" presStyleIdx="8" presStyleCnt="9"/>
      <dgm:spPr/>
      <dgm:t>
        <a:bodyPr/>
        <a:lstStyle/>
        <a:p>
          <a:endParaRPr lang="ru-RU"/>
        </a:p>
      </dgm:t>
    </dgm:pt>
    <dgm:pt modelId="{42127347-8199-448B-B9AC-CADA28FB6BB9}" type="pres">
      <dgm:prSet presAssocID="{BD432778-13E0-4F14-B868-3012BC3D986C}" presName="vert2" presStyleCnt="0"/>
      <dgm:spPr/>
    </dgm:pt>
    <dgm:pt modelId="{AD75EF99-0519-4463-B52C-DF969DC18D9D}" type="pres">
      <dgm:prSet presAssocID="{BD432778-13E0-4F14-B868-3012BC3D986C}" presName="thinLine2b" presStyleLbl="callout" presStyleIdx="7" presStyleCnt="8"/>
      <dgm:spPr/>
    </dgm:pt>
    <dgm:pt modelId="{50BCB4B3-84A4-4F3D-910B-70D623422042}" type="pres">
      <dgm:prSet presAssocID="{BD432778-13E0-4F14-B868-3012BC3D986C}" presName="vertSpace2b" presStyleCnt="0"/>
      <dgm:spPr/>
    </dgm:pt>
  </dgm:ptLst>
  <dgm:cxnLst>
    <dgm:cxn modelId="{2AD5A672-B8FE-4CE0-B40F-29AEF457B401}" srcId="{54041FFB-E5A5-4E20-838B-C2299A9F9A26}" destId="{99751409-E617-4D2A-9B8A-98F98C6C07DB}" srcOrd="3" destOrd="0" parTransId="{7B98E617-969C-4A80-9A2A-BDCE9EFC8A4B}" sibTransId="{52F23FA0-BD0A-4D1D-A01F-944393B5E178}"/>
    <dgm:cxn modelId="{9720CA0A-5CAF-49DB-BF0C-E8E47E8E02E8}" type="presOf" srcId="{292286C5-8CB3-4556-9910-AD4616AD6673}" destId="{E4273A45-0132-4E56-9EC9-16EEDFE885D7}" srcOrd="0" destOrd="0" presId="urn:microsoft.com/office/officeart/2008/layout/LinedList"/>
    <dgm:cxn modelId="{B21D17B9-852A-4150-9840-529353BFB370}" type="presOf" srcId="{5DD66DC1-CBAB-4517-BF1B-0AA8A7842032}" destId="{2D217E10-F4A7-4A37-87CC-4C8F1DBA2DD2}" srcOrd="0" destOrd="0" presId="urn:microsoft.com/office/officeart/2008/layout/LinedList"/>
    <dgm:cxn modelId="{C042FCE8-CCE6-49CF-9DCC-4F47DE3A1544}" type="presOf" srcId="{54041FFB-E5A5-4E20-838B-C2299A9F9A26}" destId="{6BFC9C0B-6A66-4E81-9604-D6331C43A0F1}" srcOrd="0" destOrd="0" presId="urn:microsoft.com/office/officeart/2008/layout/LinedList"/>
    <dgm:cxn modelId="{15E82304-6048-44BE-8CAB-34207DDFBB51}" srcId="{54041FFB-E5A5-4E20-838B-C2299A9F9A26}" destId="{292286C5-8CB3-4556-9910-AD4616AD6673}" srcOrd="5" destOrd="0" parTransId="{58B3FBF4-AD43-499F-BF7F-0CEAE23BEC34}" sibTransId="{7B8FD5CC-8779-4329-94E8-645567F44F93}"/>
    <dgm:cxn modelId="{A47E017B-FC19-4964-B49F-97585A289880}" type="presOf" srcId="{622AEA4E-D590-4E24-8F92-11898F4775A1}" destId="{9D392BAD-69B7-43C7-882F-220587822AA4}" srcOrd="0" destOrd="0" presId="urn:microsoft.com/office/officeart/2008/layout/LinedList"/>
    <dgm:cxn modelId="{18D67605-F2E6-4669-A1BB-0C4D12F18724}" type="presOf" srcId="{68AF713B-FF27-4229-9F41-FE1026B7E34B}" destId="{5865F8DC-CACD-459F-B783-8CE83804F214}" srcOrd="0" destOrd="0" presId="urn:microsoft.com/office/officeart/2008/layout/LinedList"/>
    <dgm:cxn modelId="{B36DB96F-CDCD-43D3-A726-1174FB29009A}" srcId="{68AF713B-FF27-4229-9F41-FE1026B7E34B}" destId="{54041FFB-E5A5-4E20-838B-C2299A9F9A26}" srcOrd="0" destOrd="0" parTransId="{4AA0B26A-78F6-4429-B9B2-628C65A884E4}" sibTransId="{47EE89AB-66DF-455E-81F1-365E1D58F6D1}"/>
    <dgm:cxn modelId="{08A41005-777C-40AD-B250-CE18CF8A9BB7}" srcId="{54041FFB-E5A5-4E20-838B-C2299A9F9A26}" destId="{BD3988A8-68CF-4054-8B0C-B584666A1453}" srcOrd="4" destOrd="0" parTransId="{C64076B4-5926-4385-9FB8-555B49751848}" sibTransId="{BBBBFCDD-A768-4A3C-8000-3F3373268E55}"/>
    <dgm:cxn modelId="{7C99DD19-888B-4778-8225-A7FA48FA3BE1}" type="presOf" srcId="{99751409-E617-4D2A-9B8A-98F98C6C07DB}" destId="{33CD45A1-938F-44D5-A759-200A4FBAB73F}" srcOrd="0" destOrd="0" presId="urn:microsoft.com/office/officeart/2008/layout/LinedList"/>
    <dgm:cxn modelId="{11789C5F-2EEB-4EE5-8AE5-B16771ED0D31}" type="presOf" srcId="{BD432778-13E0-4F14-B868-3012BC3D986C}" destId="{1A541D7D-2E6F-49D0-92D6-E3F549781E7D}" srcOrd="0" destOrd="0" presId="urn:microsoft.com/office/officeart/2008/layout/LinedList"/>
    <dgm:cxn modelId="{265E9B8F-F80E-41DA-B939-AD5402177D49}" srcId="{54041FFB-E5A5-4E20-838B-C2299A9F9A26}" destId="{D6D748C3-8DD7-46C6-96BF-1A6C5B4954A7}" srcOrd="2" destOrd="0" parTransId="{579DAC61-4F2D-44F1-81EF-B72CF577830B}" sibTransId="{C08C1BE8-F2F2-4717-9E78-DD07AE67F55C}"/>
    <dgm:cxn modelId="{EEAA793A-4466-47EE-A398-FBD58EE5DDA8}" type="presOf" srcId="{D6D748C3-8DD7-46C6-96BF-1A6C5B4954A7}" destId="{01737AD6-09CD-4615-94A6-87421B6171A4}" srcOrd="0" destOrd="0" presId="urn:microsoft.com/office/officeart/2008/layout/LinedList"/>
    <dgm:cxn modelId="{71BEF6EC-1141-47E6-89C8-7B7FA44400FF}" srcId="{54041FFB-E5A5-4E20-838B-C2299A9F9A26}" destId="{5DD66DC1-CBAB-4517-BF1B-0AA8A7842032}" srcOrd="0" destOrd="0" parTransId="{0A8A6137-C97D-4BD9-AE92-8BA7F3814BE7}" sibTransId="{A8CCBE2D-EDB3-4E21-8DAC-245C20AF66C7}"/>
    <dgm:cxn modelId="{DB2D6935-CDE4-47CA-B8B8-DEC16EF6C0FF}" srcId="{54041FFB-E5A5-4E20-838B-C2299A9F9A26}" destId="{622AEA4E-D590-4E24-8F92-11898F4775A1}" srcOrd="6" destOrd="0" parTransId="{21B3F7DD-4FEE-4789-8A4A-E0AA366A57F3}" sibTransId="{3FA1084C-CB79-437B-A781-E87C6C072AFB}"/>
    <dgm:cxn modelId="{C0CEF457-B318-4025-BA8B-1CF1396AE6C2}" type="presOf" srcId="{E782F30C-B501-495F-B328-2E3174B9F0BE}" destId="{B5B1CA41-37C8-4D3D-9608-96F05E2CA10E}" srcOrd="0" destOrd="0" presId="urn:microsoft.com/office/officeart/2008/layout/LinedList"/>
    <dgm:cxn modelId="{743FD263-A572-4BE4-A045-E8D92A7DF8AE}" srcId="{54041FFB-E5A5-4E20-838B-C2299A9F9A26}" destId="{E782F30C-B501-495F-B328-2E3174B9F0BE}" srcOrd="1" destOrd="0" parTransId="{9AC24617-CE24-40BC-A34A-070F9635B1E9}" sibTransId="{E7E6C74C-3D3F-49B3-A4B3-C67F570E183D}"/>
    <dgm:cxn modelId="{0DB1DA6C-D552-4AFF-B595-F1355C0EE4C4}" srcId="{54041FFB-E5A5-4E20-838B-C2299A9F9A26}" destId="{BD432778-13E0-4F14-B868-3012BC3D986C}" srcOrd="7" destOrd="0" parTransId="{B3323828-C3C6-4838-A1F3-6AC9770D4B0F}" sibTransId="{C5BF6275-32D6-4E49-A5DE-EDA78831FA9C}"/>
    <dgm:cxn modelId="{514875BA-7BCF-498B-80E2-36DA235AB3A5}" type="presOf" srcId="{BD3988A8-68CF-4054-8B0C-B584666A1453}" destId="{C5F434D7-9247-4B8C-87E8-B32E589576FF}" srcOrd="0" destOrd="0" presId="urn:microsoft.com/office/officeart/2008/layout/LinedList"/>
    <dgm:cxn modelId="{9549C674-FF46-4459-BE21-06D2166E7D0C}" type="presParOf" srcId="{5865F8DC-CACD-459F-B783-8CE83804F214}" destId="{7AD52BA0-1B37-493D-9A2D-81B8D760133D}" srcOrd="0" destOrd="0" presId="urn:microsoft.com/office/officeart/2008/layout/LinedList"/>
    <dgm:cxn modelId="{8D6C3990-54CE-4927-9A34-0E180A2BD3B6}" type="presParOf" srcId="{5865F8DC-CACD-459F-B783-8CE83804F214}" destId="{F7B64C9D-EA4C-4345-A96A-BC7DDAE75341}" srcOrd="1" destOrd="0" presId="urn:microsoft.com/office/officeart/2008/layout/LinedList"/>
    <dgm:cxn modelId="{D045990B-B2B5-477F-A918-F6FC5CADF5C0}" type="presParOf" srcId="{F7B64C9D-EA4C-4345-A96A-BC7DDAE75341}" destId="{6BFC9C0B-6A66-4E81-9604-D6331C43A0F1}" srcOrd="0" destOrd="0" presId="urn:microsoft.com/office/officeart/2008/layout/LinedList"/>
    <dgm:cxn modelId="{EF6DA87F-1549-4EAD-AE70-B3E5A171E1F9}" type="presParOf" srcId="{F7B64C9D-EA4C-4345-A96A-BC7DDAE75341}" destId="{26C14EB2-78B0-4E5A-912F-4AFA71AADD6B}" srcOrd="1" destOrd="0" presId="urn:microsoft.com/office/officeart/2008/layout/LinedList"/>
    <dgm:cxn modelId="{2FC66DB0-DCDC-46A7-ABE9-29906BE2F4D4}" type="presParOf" srcId="{26C14EB2-78B0-4E5A-912F-4AFA71AADD6B}" destId="{A0399AF2-AD8E-402A-A34E-8327061F0CC7}" srcOrd="0" destOrd="0" presId="urn:microsoft.com/office/officeart/2008/layout/LinedList"/>
    <dgm:cxn modelId="{1336C057-296E-48F5-92D0-00502C05F4F6}" type="presParOf" srcId="{26C14EB2-78B0-4E5A-912F-4AFA71AADD6B}" destId="{DB136F65-80B7-4F3D-9ACE-B69230D61708}" srcOrd="1" destOrd="0" presId="urn:microsoft.com/office/officeart/2008/layout/LinedList"/>
    <dgm:cxn modelId="{F6AD2C76-9870-4949-B52B-A42A11D0E45F}" type="presParOf" srcId="{DB136F65-80B7-4F3D-9ACE-B69230D61708}" destId="{4F66266B-6463-4668-BDC1-3AD907244076}" srcOrd="0" destOrd="0" presId="urn:microsoft.com/office/officeart/2008/layout/LinedList"/>
    <dgm:cxn modelId="{8810D257-CE7C-4065-A5B8-9A8800AE208D}" type="presParOf" srcId="{DB136F65-80B7-4F3D-9ACE-B69230D61708}" destId="{2D217E10-F4A7-4A37-87CC-4C8F1DBA2DD2}" srcOrd="1" destOrd="0" presId="urn:microsoft.com/office/officeart/2008/layout/LinedList"/>
    <dgm:cxn modelId="{4A4905F9-BCD5-4A69-BA14-C1CC23E85212}" type="presParOf" srcId="{DB136F65-80B7-4F3D-9ACE-B69230D61708}" destId="{FA7DFF30-38D1-41EB-B4E1-7C80527A2415}" srcOrd="2" destOrd="0" presId="urn:microsoft.com/office/officeart/2008/layout/LinedList"/>
    <dgm:cxn modelId="{D24DCB04-76F3-48C5-B2B5-CE5DE99C905B}" type="presParOf" srcId="{26C14EB2-78B0-4E5A-912F-4AFA71AADD6B}" destId="{2DF9EBEA-2B36-4007-99AE-92B20432AB4F}" srcOrd="2" destOrd="0" presId="urn:microsoft.com/office/officeart/2008/layout/LinedList"/>
    <dgm:cxn modelId="{B82044D5-82D6-4605-B98F-27825949EF72}" type="presParOf" srcId="{26C14EB2-78B0-4E5A-912F-4AFA71AADD6B}" destId="{6E9DE1E8-3AF1-41EE-AA3B-700604AD512F}" srcOrd="3" destOrd="0" presId="urn:microsoft.com/office/officeart/2008/layout/LinedList"/>
    <dgm:cxn modelId="{26F0E7C3-1ACF-4FC9-A2AE-C0CCBF66BF7E}" type="presParOf" srcId="{26C14EB2-78B0-4E5A-912F-4AFA71AADD6B}" destId="{ACC49CE9-8868-4195-97BB-5A4C8D5A9C51}" srcOrd="4" destOrd="0" presId="urn:microsoft.com/office/officeart/2008/layout/LinedList"/>
    <dgm:cxn modelId="{C09C0BD8-657C-458B-B852-C2C3A1319A3F}" type="presParOf" srcId="{ACC49CE9-8868-4195-97BB-5A4C8D5A9C51}" destId="{5A7EEFA8-FA09-4F58-9CA8-724CA43A65B1}" srcOrd="0" destOrd="0" presId="urn:microsoft.com/office/officeart/2008/layout/LinedList"/>
    <dgm:cxn modelId="{3D8839A7-E233-4F42-A337-A25220AF3FB4}" type="presParOf" srcId="{ACC49CE9-8868-4195-97BB-5A4C8D5A9C51}" destId="{B5B1CA41-37C8-4D3D-9608-96F05E2CA10E}" srcOrd="1" destOrd="0" presId="urn:microsoft.com/office/officeart/2008/layout/LinedList"/>
    <dgm:cxn modelId="{47E4DC87-E37E-4AB6-822F-1E25EC4416B7}" type="presParOf" srcId="{ACC49CE9-8868-4195-97BB-5A4C8D5A9C51}" destId="{48C87271-D138-4977-A294-7BEC3C34181C}" srcOrd="2" destOrd="0" presId="urn:microsoft.com/office/officeart/2008/layout/LinedList"/>
    <dgm:cxn modelId="{A86FF33D-7EC9-4A49-878A-4758F0B20D5C}" type="presParOf" srcId="{26C14EB2-78B0-4E5A-912F-4AFA71AADD6B}" destId="{77E5F18A-FC35-41A1-9141-8EE814C16DB6}" srcOrd="5" destOrd="0" presId="urn:microsoft.com/office/officeart/2008/layout/LinedList"/>
    <dgm:cxn modelId="{E21F753D-C0A1-4B9B-A5DF-77E0A91F94BB}" type="presParOf" srcId="{26C14EB2-78B0-4E5A-912F-4AFA71AADD6B}" destId="{1C895435-6D1C-458A-8A3C-6887394C5203}" srcOrd="6" destOrd="0" presId="urn:microsoft.com/office/officeart/2008/layout/LinedList"/>
    <dgm:cxn modelId="{45734D87-82A1-4CDE-8244-D562CBB48059}" type="presParOf" srcId="{26C14EB2-78B0-4E5A-912F-4AFA71AADD6B}" destId="{BFC13C71-353A-414A-A81A-AC3FB5A2B3FF}" srcOrd="7" destOrd="0" presId="urn:microsoft.com/office/officeart/2008/layout/LinedList"/>
    <dgm:cxn modelId="{C4E862C7-EAC6-4E19-A44E-9AFFA482BFDD}" type="presParOf" srcId="{BFC13C71-353A-414A-A81A-AC3FB5A2B3FF}" destId="{F7E59D6C-76F6-4DA2-A49E-670B11124137}" srcOrd="0" destOrd="0" presId="urn:microsoft.com/office/officeart/2008/layout/LinedList"/>
    <dgm:cxn modelId="{A73D49A0-5B8B-4EC4-8900-9EB446C64C24}" type="presParOf" srcId="{BFC13C71-353A-414A-A81A-AC3FB5A2B3FF}" destId="{01737AD6-09CD-4615-94A6-87421B6171A4}" srcOrd="1" destOrd="0" presId="urn:microsoft.com/office/officeart/2008/layout/LinedList"/>
    <dgm:cxn modelId="{007C3090-BADF-4B52-92EF-687FEDF67561}" type="presParOf" srcId="{BFC13C71-353A-414A-A81A-AC3FB5A2B3FF}" destId="{AAF03E95-E4C7-4D0B-9E3F-876AA54BEB19}" srcOrd="2" destOrd="0" presId="urn:microsoft.com/office/officeart/2008/layout/LinedList"/>
    <dgm:cxn modelId="{93927850-957B-4F6C-A8C7-D5F1DA0CD02B}" type="presParOf" srcId="{26C14EB2-78B0-4E5A-912F-4AFA71AADD6B}" destId="{8A25E97D-A86F-42C9-BD87-3E5A1828318B}" srcOrd="8" destOrd="0" presId="urn:microsoft.com/office/officeart/2008/layout/LinedList"/>
    <dgm:cxn modelId="{C5C00DEB-D3D8-49F2-8681-CCE2F7EF495A}" type="presParOf" srcId="{26C14EB2-78B0-4E5A-912F-4AFA71AADD6B}" destId="{3FB7E9C1-D846-48DE-9D81-629F5EECEA63}" srcOrd="9" destOrd="0" presId="urn:microsoft.com/office/officeart/2008/layout/LinedList"/>
    <dgm:cxn modelId="{9EF2F816-2E82-406A-9562-49C4386E16B7}" type="presParOf" srcId="{26C14EB2-78B0-4E5A-912F-4AFA71AADD6B}" destId="{A490B9D7-A633-409C-BC6A-F0FE451F7DB9}" srcOrd="10" destOrd="0" presId="urn:microsoft.com/office/officeart/2008/layout/LinedList"/>
    <dgm:cxn modelId="{2BA5F524-4226-4DCF-A99E-3F5B3B2C620F}" type="presParOf" srcId="{A490B9D7-A633-409C-BC6A-F0FE451F7DB9}" destId="{38B6E304-52CD-4851-AC1F-DE27AFD70258}" srcOrd="0" destOrd="0" presId="urn:microsoft.com/office/officeart/2008/layout/LinedList"/>
    <dgm:cxn modelId="{C1BB01F8-9103-40B5-BEF8-7F154C08C393}" type="presParOf" srcId="{A490B9D7-A633-409C-BC6A-F0FE451F7DB9}" destId="{33CD45A1-938F-44D5-A759-200A4FBAB73F}" srcOrd="1" destOrd="0" presId="urn:microsoft.com/office/officeart/2008/layout/LinedList"/>
    <dgm:cxn modelId="{9FCBD705-03A1-4916-9BBE-7DC3E53C8204}" type="presParOf" srcId="{A490B9D7-A633-409C-BC6A-F0FE451F7DB9}" destId="{66378ECE-73F6-45EF-846F-3ADFF75C3A6B}" srcOrd="2" destOrd="0" presId="urn:microsoft.com/office/officeart/2008/layout/LinedList"/>
    <dgm:cxn modelId="{3B68DA86-1099-4A90-A182-4C72199F5C4B}" type="presParOf" srcId="{26C14EB2-78B0-4E5A-912F-4AFA71AADD6B}" destId="{AB0E72C2-2275-47F2-B7BF-E81ECBDC2357}" srcOrd="11" destOrd="0" presId="urn:microsoft.com/office/officeart/2008/layout/LinedList"/>
    <dgm:cxn modelId="{8AF10D75-1194-41EE-8212-CF4033172646}" type="presParOf" srcId="{26C14EB2-78B0-4E5A-912F-4AFA71AADD6B}" destId="{958F672A-3C84-457B-82DF-CA2CE4B18043}" srcOrd="12" destOrd="0" presId="urn:microsoft.com/office/officeart/2008/layout/LinedList"/>
    <dgm:cxn modelId="{F32D2678-3D7A-4ED5-993F-384CF19ACDAF}" type="presParOf" srcId="{26C14EB2-78B0-4E5A-912F-4AFA71AADD6B}" destId="{EC56C607-344B-4674-B965-4DFBE9AD2F3B}" srcOrd="13" destOrd="0" presId="urn:microsoft.com/office/officeart/2008/layout/LinedList"/>
    <dgm:cxn modelId="{5DA3F0D5-82CD-4119-A8AF-28075E2E0603}" type="presParOf" srcId="{EC56C607-344B-4674-B965-4DFBE9AD2F3B}" destId="{0B14AE4B-416D-4C06-AAC9-94DF90288E36}" srcOrd="0" destOrd="0" presId="urn:microsoft.com/office/officeart/2008/layout/LinedList"/>
    <dgm:cxn modelId="{D8B4FECC-E3A5-41B0-A9A9-EA9A411055CB}" type="presParOf" srcId="{EC56C607-344B-4674-B965-4DFBE9AD2F3B}" destId="{C5F434D7-9247-4B8C-87E8-B32E589576FF}" srcOrd="1" destOrd="0" presId="urn:microsoft.com/office/officeart/2008/layout/LinedList"/>
    <dgm:cxn modelId="{D0F7A54F-6288-463D-A91B-43375E4A035B}" type="presParOf" srcId="{EC56C607-344B-4674-B965-4DFBE9AD2F3B}" destId="{53C5CD74-CE6B-4D5E-9C12-BBCB3ED63434}" srcOrd="2" destOrd="0" presId="urn:microsoft.com/office/officeart/2008/layout/LinedList"/>
    <dgm:cxn modelId="{C81834AD-6B47-4296-8899-AF00CDF10F7B}" type="presParOf" srcId="{26C14EB2-78B0-4E5A-912F-4AFA71AADD6B}" destId="{B72B9525-A179-4C4F-8CDF-64621FBC29C8}" srcOrd="14" destOrd="0" presId="urn:microsoft.com/office/officeart/2008/layout/LinedList"/>
    <dgm:cxn modelId="{69332DFD-94C1-4F8C-AFA8-7053F9B55C06}" type="presParOf" srcId="{26C14EB2-78B0-4E5A-912F-4AFA71AADD6B}" destId="{253FB34A-3F14-4683-B786-DE39C5713097}" srcOrd="15" destOrd="0" presId="urn:microsoft.com/office/officeart/2008/layout/LinedList"/>
    <dgm:cxn modelId="{A9FEBD34-2DD5-4717-AB78-2DD24EC33984}" type="presParOf" srcId="{26C14EB2-78B0-4E5A-912F-4AFA71AADD6B}" destId="{834D9F5D-4013-43E0-AE21-1ADD8CF72E8C}" srcOrd="16" destOrd="0" presId="urn:microsoft.com/office/officeart/2008/layout/LinedList"/>
    <dgm:cxn modelId="{D79A0AAE-E145-4F4C-A71F-50294903CFFA}" type="presParOf" srcId="{834D9F5D-4013-43E0-AE21-1ADD8CF72E8C}" destId="{893E41BF-D4AB-474C-B5EF-113BFA7BA037}" srcOrd="0" destOrd="0" presId="urn:microsoft.com/office/officeart/2008/layout/LinedList"/>
    <dgm:cxn modelId="{AD7DC7BE-4459-4FA1-A1B8-A65CADA264BA}" type="presParOf" srcId="{834D9F5D-4013-43E0-AE21-1ADD8CF72E8C}" destId="{E4273A45-0132-4E56-9EC9-16EEDFE885D7}" srcOrd="1" destOrd="0" presId="urn:microsoft.com/office/officeart/2008/layout/LinedList"/>
    <dgm:cxn modelId="{2ED627F0-1223-426F-86C7-BD355443F460}" type="presParOf" srcId="{834D9F5D-4013-43E0-AE21-1ADD8CF72E8C}" destId="{7E7C21EB-8D56-4575-974F-CE04398ED0CB}" srcOrd="2" destOrd="0" presId="urn:microsoft.com/office/officeart/2008/layout/LinedList"/>
    <dgm:cxn modelId="{2C240541-722C-4078-959D-D4528646D006}" type="presParOf" srcId="{26C14EB2-78B0-4E5A-912F-4AFA71AADD6B}" destId="{1A37BAEB-BD8F-4E17-BE38-72BAA78C300C}" srcOrd="17" destOrd="0" presId="urn:microsoft.com/office/officeart/2008/layout/LinedList"/>
    <dgm:cxn modelId="{54D34A24-B0C5-48CD-9A1D-9A94F1C3C289}" type="presParOf" srcId="{26C14EB2-78B0-4E5A-912F-4AFA71AADD6B}" destId="{713E2380-9EF8-4F60-A3AE-77293CFB9744}" srcOrd="18" destOrd="0" presId="urn:microsoft.com/office/officeart/2008/layout/LinedList"/>
    <dgm:cxn modelId="{3B2C9FF4-EBD1-4B1E-B074-53AC5783F611}" type="presParOf" srcId="{26C14EB2-78B0-4E5A-912F-4AFA71AADD6B}" destId="{B8BB50B9-0C16-4494-A15F-EC30C9F267E4}" srcOrd="19" destOrd="0" presId="urn:microsoft.com/office/officeart/2008/layout/LinedList"/>
    <dgm:cxn modelId="{94A89DA8-0944-4903-891D-C0893D12A467}" type="presParOf" srcId="{B8BB50B9-0C16-4494-A15F-EC30C9F267E4}" destId="{E2BFE343-7A0E-4392-B7C3-308E704EA9B0}" srcOrd="0" destOrd="0" presId="urn:microsoft.com/office/officeart/2008/layout/LinedList"/>
    <dgm:cxn modelId="{FF8DF776-14B9-4C30-A938-671D65C6C9E4}" type="presParOf" srcId="{B8BB50B9-0C16-4494-A15F-EC30C9F267E4}" destId="{9D392BAD-69B7-43C7-882F-220587822AA4}" srcOrd="1" destOrd="0" presId="urn:microsoft.com/office/officeart/2008/layout/LinedList"/>
    <dgm:cxn modelId="{8D52A1C6-6FB8-48F4-8560-AB78A8AE75C8}" type="presParOf" srcId="{B8BB50B9-0C16-4494-A15F-EC30C9F267E4}" destId="{EB969579-8856-473E-AADB-B0F995291567}" srcOrd="2" destOrd="0" presId="urn:microsoft.com/office/officeart/2008/layout/LinedList"/>
    <dgm:cxn modelId="{7BB5896C-734F-4558-83FD-457351A22E37}" type="presParOf" srcId="{26C14EB2-78B0-4E5A-912F-4AFA71AADD6B}" destId="{F92EE673-6339-49AE-82F0-D4E24050DF55}" srcOrd="20" destOrd="0" presId="urn:microsoft.com/office/officeart/2008/layout/LinedList"/>
    <dgm:cxn modelId="{88B881E6-A0D0-42AC-9BB0-D99A6842CD83}" type="presParOf" srcId="{26C14EB2-78B0-4E5A-912F-4AFA71AADD6B}" destId="{8A5D02C8-69E8-4566-A81C-C7C6A4031E34}" srcOrd="21" destOrd="0" presId="urn:microsoft.com/office/officeart/2008/layout/LinedList"/>
    <dgm:cxn modelId="{9F838B73-DAED-4B19-A9C7-BCBCC4ED2713}" type="presParOf" srcId="{26C14EB2-78B0-4E5A-912F-4AFA71AADD6B}" destId="{83ED6703-5590-4A9D-9FF4-485F9EB30AFA}" srcOrd="22" destOrd="0" presId="urn:microsoft.com/office/officeart/2008/layout/LinedList"/>
    <dgm:cxn modelId="{7AA630BA-4D4B-4D5E-BBE5-D534B5528E92}" type="presParOf" srcId="{83ED6703-5590-4A9D-9FF4-485F9EB30AFA}" destId="{F65CC3E5-C40A-4F13-9078-DEB1BEC4D9EF}" srcOrd="0" destOrd="0" presId="urn:microsoft.com/office/officeart/2008/layout/LinedList"/>
    <dgm:cxn modelId="{49AC888A-BFB4-47E8-AA64-F1A2443EC5AB}" type="presParOf" srcId="{83ED6703-5590-4A9D-9FF4-485F9EB30AFA}" destId="{1A541D7D-2E6F-49D0-92D6-E3F549781E7D}" srcOrd="1" destOrd="0" presId="urn:microsoft.com/office/officeart/2008/layout/LinedList"/>
    <dgm:cxn modelId="{59CAA8DC-DBDB-4B29-BEC9-9C056C8C072F}" type="presParOf" srcId="{83ED6703-5590-4A9D-9FF4-485F9EB30AFA}" destId="{42127347-8199-448B-B9AC-CADA28FB6BB9}" srcOrd="2" destOrd="0" presId="urn:microsoft.com/office/officeart/2008/layout/LinedList"/>
    <dgm:cxn modelId="{C50DAE00-9943-4A42-97E9-B23279CC70E8}" type="presParOf" srcId="{26C14EB2-78B0-4E5A-912F-4AFA71AADD6B}" destId="{AD75EF99-0519-4463-B52C-DF969DC18D9D}" srcOrd="23" destOrd="0" presId="urn:microsoft.com/office/officeart/2008/layout/LinedList"/>
    <dgm:cxn modelId="{2B02DE62-7D56-469D-895F-D5332027649D}" type="presParOf" srcId="{26C14EB2-78B0-4E5A-912F-4AFA71AADD6B}" destId="{50BCB4B3-84A4-4F3D-910B-70D623422042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52BA0-1B37-493D-9A2D-81B8D760133D}">
      <dsp:nvSpPr>
        <dsp:cNvPr id="0" name=""/>
        <dsp:cNvSpPr/>
      </dsp:nvSpPr>
      <dsp:spPr>
        <a:xfrm>
          <a:off x="0" y="0"/>
          <a:ext cx="10041128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C9C0B-6A66-4E81-9604-D6331C43A0F1}">
      <dsp:nvSpPr>
        <dsp:cNvPr id="0" name=""/>
        <dsp:cNvSpPr/>
      </dsp:nvSpPr>
      <dsp:spPr>
        <a:xfrm>
          <a:off x="0" y="0"/>
          <a:ext cx="2008225" cy="60011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lvl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4800" i="1" kern="1200" dirty="0" smtClean="0"/>
            <a:t>План</a:t>
          </a:r>
          <a:endParaRPr lang="ru-RU" sz="4800" i="1" kern="1200" dirty="0"/>
        </a:p>
      </dsp:txBody>
      <dsp:txXfrm>
        <a:off x="0" y="0"/>
        <a:ext cx="2008225" cy="6001173"/>
      </dsp:txXfrm>
    </dsp:sp>
    <dsp:sp modelId="{2D217E10-F4A7-4A37-87CC-4C8F1DBA2DD2}">
      <dsp:nvSpPr>
        <dsp:cNvPr id="0" name=""/>
        <dsp:cNvSpPr/>
      </dsp:nvSpPr>
      <dsp:spPr>
        <a:xfrm>
          <a:off x="2158842" y="35492"/>
          <a:ext cx="7882285" cy="70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i="1" kern="1200" dirty="0" smtClean="0"/>
            <a:t>Введение</a:t>
          </a:r>
          <a:r>
            <a:rPr lang="ru-RU" sz="2800" i="1" kern="1200" dirty="0" smtClean="0"/>
            <a:t> </a:t>
          </a:r>
          <a:endParaRPr lang="ru-RU" sz="2800" i="1" kern="1200" dirty="0"/>
        </a:p>
      </dsp:txBody>
      <dsp:txXfrm>
        <a:off x="2158842" y="35492"/>
        <a:ext cx="7882285" cy="709855"/>
      </dsp:txXfrm>
    </dsp:sp>
    <dsp:sp modelId="{2DF9EBEA-2B36-4007-99AE-92B20432AB4F}">
      <dsp:nvSpPr>
        <dsp:cNvPr id="0" name=""/>
        <dsp:cNvSpPr/>
      </dsp:nvSpPr>
      <dsp:spPr>
        <a:xfrm>
          <a:off x="2008225" y="745348"/>
          <a:ext cx="803290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1CA41-37C8-4D3D-9608-96F05E2CA10E}">
      <dsp:nvSpPr>
        <dsp:cNvPr id="0" name=""/>
        <dsp:cNvSpPr/>
      </dsp:nvSpPr>
      <dsp:spPr>
        <a:xfrm>
          <a:off x="2158842" y="780841"/>
          <a:ext cx="7882285" cy="70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i="1" kern="1200" dirty="0" smtClean="0"/>
            <a:t>Актуальность темы</a:t>
          </a:r>
          <a:endParaRPr lang="ru-RU" sz="3200" i="1" kern="1200" dirty="0"/>
        </a:p>
      </dsp:txBody>
      <dsp:txXfrm>
        <a:off x="2158842" y="780841"/>
        <a:ext cx="7882285" cy="709855"/>
      </dsp:txXfrm>
    </dsp:sp>
    <dsp:sp modelId="{77E5F18A-FC35-41A1-9141-8EE814C16DB6}">
      <dsp:nvSpPr>
        <dsp:cNvPr id="0" name=""/>
        <dsp:cNvSpPr/>
      </dsp:nvSpPr>
      <dsp:spPr>
        <a:xfrm>
          <a:off x="2008225" y="1490696"/>
          <a:ext cx="803290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737AD6-09CD-4615-94A6-87421B6171A4}">
      <dsp:nvSpPr>
        <dsp:cNvPr id="0" name=""/>
        <dsp:cNvSpPr/>
      </dsp:nvSpPr>
      <dsp:spPr>
        <a:xfrm>
          <a:off x="2158842" y="1526189"/>
          <a:ext cx="7882285" cy="70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i="1" kern="1200" dirty="0" smtClean="0"/>
            <a:t>Цель и задачи работы</a:t>
          </a:r>
          <a:endParaRPr lang="ru-RU" sz="3200" i="1" kern="1200" dirty="0"/>
        </a:p>
      </dsp:txBody>
      <dsp:txXfrm>
        <a:off x="2158842" y="1526189"/>
        <a:ext cx="7882285" cy="709855"/>
      </dsp:txXfrm>
    </dsp:sp>
    <dsp:sp modelId="{8A25E97D-A86F-42C9-BD87-3E5A1828318B}">
      <dsp:nvSpPr>
        <dsp:cNvPr id="0" name=""/>
        <dsp:cNvSpPr/>
      </dsp:nvSpPr>
      <dsp:spPr>
        <a:xfrm>
          <a:off x="2008225" y="2236044"/>
          <a:ext cx="803290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CD45A1-938F-44D5-A759-200A4FBAB73F}">
      <dsp:nvSpPr>
        <dsp:cNvPr id="0" name=""/>
        <dsp:cNvSpPr/>
      </dsp:nvSpPr>
      <dsp:spPr>
        <a:xfrm>
          <a:off x="2158842" y="2271537"/>
          <a:ext cx="7882285" cy="70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i="1" kern="1200" dirty="0" smtClean="0"/>
            <a:t>Используемые технологии</a:t>
          </a:r>
          <a:endParaRPr lang="ru-RU" sz="3200" i="1" kern="1200" dirty="0"/>
        </a:p>
      </dsp:txBody>
      <dsp:txXfrm>
        <a:off x="2158842" y="2271537"/>
        <a:ext cx="7882285" cy="709855"/>
      </dsp:txXfrm>
    </dsp:sp>
    <dsp:sp modelId="{AB0E72C2-2275-47F2-B7BF-E81ECBDC2357}">
      <dsp:nvSpPr>
        <dsp:cNvPr id="0" name=""/>
        <dsp:cNvSpPr/>
      </dsp:nvSpPr>
      <dsp:spPr>
        <a:xfrm>
          <a:off x="2008225" y="2981393"/>
          <a:ext cx="803290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F434D7-9247-4B8C-87E8-B32E589576FF}">
      <dsp:nvSpPr>
        <dsp:cNvPr id="0" name=""/>
        <dsp:cNvSpPr/>
      </dsp:nvSpPr>
      <dsp:spPr>
        <a:xfrm>
          <a:off x="2158842" y="3016886"/>
          <a:ext cx="7882285" cy="70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i="1" kern="1200" dirty="0" smtClean="0"/>
            <a:t>Структура сайта</a:t>
          </a:r>
          <a:endParaRPr lang="ru-RU" sz="3200" i="1" kern="1200" dirty="0"/>
        </a:p>
      </dsp:txBody>
      <dsp:txXfrm>
        <a:off x="2158842" y="3016886"/>
        <a:ext cx="7882285" cy="709855"/>
      </dsp:txXfrm>
    </dsp:sp>
    <dsp:sp modelId="{B72B9525-A179-4C4F-8CDF-64621FBC29C8}">
      <dsp:nvSpPr>
        <dsp:cNvPr id="0" name=""/>
        <dsp:cNvSpPr/>
      </dsp:nvSpPr>
      <dsp:spPr>
        <a:xfrm>
          <a:off x="2008225" y="3726741"/>
          <a:ext cx="803290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73A45-0132-4E56-9EC9-16EEDFE885D7}">
      <dsp:nvSpPr>
        <dsp:cNvPr id="0" name=""/>
        <dsp:cNvSpPr/>
      </dsp:nvSpPr>
      <dsp:spPr>
        <a:xfrm>
          <a:off x="2158842" y="3762234"/>
          <a:ext cx="7882285" cy="70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i="1" kern="1200" dirty="0" smtClean="0"/>
            <a:t>Дизайн и стилизация</a:t>
          </a:r>
          <a:endParaRPr lang="ru-RU" sz="3200" i="1" kern="1200" dirty="0"/>
        </a:p>
      </dsp:txBody>
      <dsp:txXfrm>
        <a:off x="2158842" y="3762234"/>
        <a:ext cx="7882285" cy="709855"/>
      </dsp:txXfrm>
    </dsp:sp>
    <dsp:sp modelId="{1A37BAEB-BD8F-4E17-BE38-72BAA78C300C}">
      <dsp:nvSpPr>
        <dsp:cNvPr id="0" name=""/>
        <dsp:cNvSpPr/>
      </dsp:nvSpPr>
      <dsp:spPr>
        <a:xfrm>
          <a:off x="2008225" y="4472089"/>
          <a:ext cx="803290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392BAD-69B7-43C7-882F-220587822AA4}">
      <dsp:nvSpPr>
        <dsp:cNvPr id="0" name=""/>
        <dsp:cNvSpPr/>
      </dsp:nvSpPr>
      <dsp:spPr>
        <a:xfrm>
          <a:off x="2158842" y="4507582"/>
          <a:ext cx="7882285" cy="70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i="1" kern="1200" dirty="0" smtClean="0"/>
            <a:t>Взаимодействие с пользователем</a:t>
          </a:r>
          <a:endParaRPr lang="ru-RU" sz="3200" i="1" kern="1200" dirty="0"/>
        </a:p>
      </dsp:txBody>
      <dsp:txXfrm>
        <a:off x="2158842" y="4507582"/>
        <a:ext cx="7882285" cy="709855"/>
      </dsp:txXfrm>
    </dsp:sp>
    <dsp:sp modelId="{F92EE673-6339-49AE-82F0-D4E24050DF55}">
      <dsp:nvSpPr>
        <dsp:cNvPr id="0" name=""/>
        <dsp:cNvSpPr/>
      </dsp:nvSpPr>
      <dsp:spPr>
        <a:xfrm>
          <a:off x="2008225" y="5217438"/>
          <a:ext cx="803290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41D7D-2E6F-49D0-92D6-E3F549781E7D}">
      <dsp:nvSpPr>
        <dsp:cNvPr id="0" name=""/>
        <dsp:cNvSpPr/>
      </dsp:nvSpPr>
      <dsp:spPr>
        <a:xfrm>
          <a:off x="2158842" y="5252931"/>
          <a:ext cx="7882285" cy="709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i="1" kern="1200" dirty="0" smtClean="0"/>
            <a:t>Заключение</a:t>
          </a:r>
          <a:endParaRPr lang="ru-RU" sz="3200" i="1" kern="1200" dirty="0"/>
        </a:p>
      </dsp:txBody>
      <dsp:txXfrm>
        <a:off x="2158842" y="5252931"/>
        <a:ext cx="7882285" cy="709855"/>
      </dsp:txXfrm>
    </dsp:sp>
    <dsp:sp modelId="{AD75EF99-0519-4463-B52C-DF969DC18D9D}">
      <dsp:nvSpPr>
        <dsp:cNvPr id="0" name=""/>
        <dsp:cNvSpPr/>
      </dsp:nvSpPr>
      <dsp:spPr>
        <a:xfrm>
          <a:off x="2008225" y="5962786"/>
          <a:ext cx="803290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92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4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13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10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08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38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49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82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95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19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49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C8103-FE5D-4467-B273-C33D0BA567D8}" type="datetimeFigureOut">
              <a:rPr lang="ru-RU" smtClean="0"/>
              <a:t>03.05.2025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F040D-0E83-458C-9A7B-AAD1021E15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87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500/src/ghfjdk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de.visualstudio.com/" TargetMode="External"/><Relationship Id="rId5" Type="http://schemas.openxmlformats.org/officeDocument/2006/relationships/hyperlink" Target="https://www.figma.com/" TargetMode="External"/><Relationship Id="rId4" Type="http://schemas.openxmlformats.org/officeDocument/2006/relationships/hyperlink" Target="https://tilda.cc/ru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641095" y="839462"/>
            <a:ext cx="691086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i="1" dirty="0" smtClean="0"/>
              <a:t>Презентация к курсовой работе</a:t>
            </a:r>
          </a:p>
          <a:p>
            <a:endParaRPr lang="ru-RU" sz="3600" b="1" i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36509" y="1370492"/>
            <a:ext cx="107486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1" dirty="0" smtClean="0"/>
              <a:t>Тема: Разработка клиентской стороны социальной сети</a:t>
            </a:r>
            <a:endParaRPr lang="ru-RU" sz="3200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91440" y="5330952"/>
            <a:ext cx="53766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i="1" dirty="0"/>
              <a:t>Студент: </a:t>
            </a:r>
            <a:r>
              <a:rPr lang="ru-RU" sz="2800" i="1" dirty="0" err="1"/>
              <a:t>Теймурова</a:t>
            </a:r>
            <a:r>
              <a:rPr lang="ru-RU" sz="2800" i="1" dirty="0"/>
              <a:t> Медина</a:t>
            </a:r>
            <a:br>
              <a:rPr lang="ru-RU" sz="2800" i="1" dirty="0"/>
            </a:br>
            <a:r>
              <a:rPr lang="ru-RU" sz="2800" i="1" dirty="0"/>
              <a:t>Группа: 680.22</a:t>
            </a:r>
            <a:br>
              <a:rPr lang="ru-RU" sz="2800" i="1" dirty="0"/>
            </a:br>
            <a:r>
              <a:rPr lang="ru-RU" sz="2800" i="1" dirty="0"/>
              <a:t>Преподаватель: Халилов </a:t>
            </a:r>
            <a:r>
              <a:rPr lang="ru-RU" sz="2800" i="1" dirty="0" smtClean="0"/>
              <a:t>М.Э</a:t>
            </a:r>
            <a:endParaRPr lang="ru-RU" sz="2800" i="1" dirty="0"/>
          </a:p>
        </p:txBody>
      </p:sp>
    </p:spTree>
    <p:extLst>
      <p:ext uri="{BB962C8B-B14F-4D97-AF65-F5344CB8AC3E}">
        <p14:creationId xmlns:p14="http://schemas.microsoft.com/office/powerpoint/2010/main" val="156010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535821446"/>
              </p:ext>
            </p:extLst>
          </p:nvPr>
        </p:nvGraphicFramePr>
        <p:xfrm>
          <a:off x="118872" y="118872"/>
          <a:ext cx="10041128" cy="6001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4727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4667462" y="0"/>
            <a:ext cx="1882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1" dirty="0" smtClean="0"/>
              <a:t>Введение</a:t>
            </a:r>
            <a:endParaRPr lang="ru-RU" sz="3200" b="1" i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3041" y="764500"/>
            <a:ext cx="65986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Социальные сети стали неотъемлемой частью современной жизни. Люди ежедневно используют их для общения, обмена новостями, публикации фотографий, участия в обсуждениях. Всё это требует удобного, понятного и приятного интерфейса, который обеспечивается именно клиентской частью сайта. В своей курсовой работе я решила создать прототип пользовательского интерфейса для социальной сети под названием "</a:t>
            </a:r>
            <a:r>
              <a:rPr lang="ru-RU" sz="2400" i="1" dirty="0" err="1"/>
              <a:t>Lesis</a:t>
            </a:r>
            <a:r>
              <a:rPr lang="ru-RU" sz="2400" i="1" dirty="0"/>
              <a:t>". Основной упор я сделала на визуальную составляющую, взаимодействие с пользователем и функциональность, необходимую для базовой работы социальной платформы.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448760"/>
            <a:ext cx="2236423" cy="223642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488516"/>
            <a:ext cx="3922333" cy="392233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472" y="4325111"/>
            <a:ext cx="2375041" cy="237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6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620453" y="-297"/>
            <a:ext cx="41424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1" dirty="0"/>
              <a:t>Актуальность темы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8732" y="720714"/>
            <a:ext cx="570685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Актуальность темы заключается в высокой востребованности социальных платформ и специалистов, умеющих разрабатывать их интерфейс. Качественно выполненная клиентская часть определяет удобство пользования сайтом, его восприятие, навигацию, отклик на действия пользователя. Сегодня визуальный комфорт и простота использования ценятся наравне с функциональностью. Именно поэтому было решено сосредоточиться на разработке клиентской части — как наиболее заметной и важной для конечного пользователя.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316" y="1395894"/>
            <a:ext cx="6127811" cy="406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29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529796" y="0"/>
            <a:ext cx="42933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1" dirty="0"/>
              <a:t>Цель и задачи работы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81919" y="737340"/>
            <a:ext cx="549455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Цель моей курсовой работы — создать полноценный, логично устроенный и визуально привлекательный клиентский интерфейс социальной сети. В процессе разработки я поставила перед собой ряд задач: определить ключевые разделы, продумать структуру страницы, создать дизайн с использованием HTML и CSS, добавить взаимодействие с пользователем, обеспечить читаемость кода и адаптивность интерфейса. Все задачи были выполнены поэтапно — от планирования до визуальной реализации.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399" y="1467265"/>
            <a:ext cx="6904489" cy="610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5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107285" y="0"/>
            <a:ext cx="51081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1" dirty="0"/>
              <a:t>Используемые технологии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5344" y="602622"/>
            <a:ext cx="118292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Для реализации проекта я использовала стандартный стек веб-разработки: HTML5 для разметки, CSS для оформления и </a:t>
            </a:r>
            <a:r>
              <a:rPr lang="ru-RU" sz="2400" i="1" dirty="0" err="1"/>
              <a:t>Tailwind</a:t>
            </a:r>
            <a:r>
              <a:rPr lang="ru-RU" sz="2400" i="1" dirty="0"/>
              <a:t> CSS как современный инструмент для ускоренной стилизации. В некоторых разделах был задействован </a:t>
            </a:r>
            <a:r>
              <a:rPr lang="ru-RU" sz="2400" i="1" dirty="0" err="1"/>
              <a:t>JavaScript</a:t>
            </a:r>
            <a:r>
              <a:rPr lang="ru-RU" sz="2400" i="1" dirty="0"/>
              <a:t> для создания интерактивных элементов. Разработка велась в среде </a:t>
            </a:r>
            <a:r>
              <a:rPr lang="ru-RU" sz="2400" i="1" dirty="0" err="1"/>
              <a:t>Visual</a:t>
            </a:r>
            <a:r>
              <a:rPr lang="ru-RU" sz="2400" i="1" dirty="0"/>
              <a:t> </a:t>
            </a:r>
            <a:r>
              <a:rPr lang="ru-RU" sz="2400" i="1" dirty="0" err="1"/>
              <a:t>Studio</a:t>
            </a:r>
            <a:r>
              <a:rPr lang="ru-RU" sz="2400" i="1" dirty="0"/>
              <a:t> </a:t>
            </a:r>
            <a:r>
              <a:rPr lang="ru-RU" sz="2400" i="1" dirty="0" err="1"/>
              <a:t>Code</a:t>
            </a:r>
            <a:r>
              <a:rPr lang="ru-RU" sz="2400" i="1" dirty="0"/>
              <a:t> с использованием </a:t>
            </a:r>
            <a:r>
              <a:rPr lang="ru-RU" sz="2400" i="1" dirty="0" err="1"/>
              <a:t>Live</a:t>
            </a:r>
            <a:r>
              <a:rPr lang="ru-RU" sz="2400" i="1" dirty="0"/>
              <a:t> </a:t>
            </a:r>
            <a:r>
              <a:rPr lang="ru-RU" sz="2400" i="1" dirty="0" err="1"/>
              <a:t>Server</a:t>
            </a:r>
            <a:r>
              <a:rPr lang="ru-RU" sz="2400" i="1" dirty="0"/>
              <a:t> для просмотра в реальном времени. Такой набор технологий позволил быстро создать красивый, читаемый и функциональный интерфейс.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" y="3704926"/>
            <a:ext cx="2728722" cy="27287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143773"/>
            <a:ext cx="2036880" cy="287576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563" y="3611696"/>
            <a:ext cx="5182546" cy="291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6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7" y="0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750402" y="-297"/>
            <a:ext cx="35331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1" dirty="0"/>
              <a:t>Структура сайта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65316" y="584478"/>
            <a:ext cx="118405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Структура сайта была продумана с учётом логики пользовательского поведения. В верхней части размещена шапка с названием и строкой поиска. Слева — вертикальное меню с основными разделами: главная, сообщения, уведомления, профиль, настройки. Центральная часть занимает основной контент: лента постов, диалоги, формы и уведомления. В нижней части страницы — футер с важными ссылками. Такая структура интуитивна и помогает пользователю легко ориентироваться на сайте.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988" y="3003075"/>
            <a:ext cx="7672874" cy="367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10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84" y="132168"/>
            <a:ext cx="5306063" cy="275629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719" y="3099224"/>
            <a:ext cx="8243979" cy="3548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39747" y="52236"/>
            <a:ext cx="62888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 smtClean="0"/>
              <a:t>Структура «подвала» сайта</a:t>
            </a:r>
          </a:p>
          <a:p>
            <a:endParaRPr lang="ru-RU" sz="2400" i="1" dirty="0"/>
          </a:p>
          <a:p>
            <a:endParaRPr lang="ru-RU" sz="2400" i="1" dirty="0" smtClean="0"/>
          </a:p>
          <a:p>
            <a:endParaRPr lang="ru-RU" sz="2400" i="1" dirty="0" smtClean="0"/>
          </a:p>
          <a:p>
            <a:endParaRPr lang="ru-RU" sz="2400" i="1" dirty="0"/>
          </a:p>
          <a:p>
            <a:endParaRPr lang="ru-RU" sz="2400" i="1" dirty="0" smtClean="0"/>
          </a:p>
          <a:p>
            <a:endParaRPr lang="ru-RU" sz="2400" i="1" dirty="0"/>
          </a:p>
          <a:p>
            <a:r>
              <a:rPr lang="ru-RU" sz="2400" i="1" dirty="0" smtClean="0"/>
              <a:t>Структура поста 2 в «ленте друзей»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43500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571454" y="0"/>
            <a:ext cx="4095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1" dirty="0"/>
              <a:t>Дизайн и стилизация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0865" y="720714"/>
            <a:ext cx="480837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Для оформления интерфейса я выбрала тёплую и дружелюбную цветовую гамму — коралловый, бежевый и белый. Цвета создают мягкое визуальное восприятие, вызывают чувство уюта и не напрягают глаза. </a:t>
            </a:r>
            <a:r>
              <a:rPr lang="ru-RU" sz="2400" i="1" dirty="0" err="1"/>
              <a:t>Tailwind</a:t>
            </a:r>
            <a:r>
              <a:rPr lang="ru-RU" sz="2400" i="1" dirty="0"/>
              <a:t> CSS позволил быстро настроить отступы, тени, </a:t>
            </a:r>
            <a:r>
              <a:rPr lang="ru-RU" sz="2400" i="1" dirty="0" err="1"/>
              <a:t>скругления</a:t>
            </a:r>
            <a:r>
              <a:rPr lang="ru-RU" sz="2400" i="1" dirty="0"/>
              <a:t>, цвета и шрифты. Я использовала карточки с мягкими тенями, аккуратные кнопки и лёгкие формы. Визуальный стиль сайта получился современным, </a:t>
            </a:r>
            <a:r>
              <a:rPr lang="ru-RU" sz="2400" i="1" dirty="0" err="1"/>
              <a:t>минималистичным</a:t>
            </a:r>
            <a:r>
              <a:rPr lang="ru-RU" sz="2400" i="1" dirty="0"/>
              <a:t> и приятным для пользователя.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510" y="757128"/>
            <a:ext cx="5351008" cy="592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22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847039"/>
            <a:ext cx="4804600" cy="545717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847039"/>
            <a:ext cx="4541489" cy="54571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39123"/>
            <a:ext cx="593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 smtClean="0"/>
              <a:t>Создания стиля для секции «Сообщения»</a:t>
            </a:r>
            <a:endParaRPr lang="ru-RU" sz="2400" i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241973" y="339122"/>
            <a:ext cx="59500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2400" i="1" dirty="0">
                <a:solidFill>
                  <a:prstClr val="black"/>
                </a:solidFill>
              </a:rPr>
              <a:t>Создания стиля для секции </a:t>
            </a:r>
            <a:r>
              <a:rPr lang="ru-RU" sz="2400" i="1" dirty="0" smtClean="0">
                <a:solidFill>
                  <a:prstClr val="black"/>
                </a:solidFill>
              </a:rPr>
              <a:t>«Уведомления»</a:t>
            </a:r>
            <a:endParaRPr lang="ru-RU" sz="2400" i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975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823821" y="0"/>
            <a:ext cx="6544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1" dirty="0"/>
              <a:t>Взаимодействие с пользователем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31064" y="593478"/>
            <a:ext cx="474268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Одним из приоритетов было обеспечить не только визуальную привлекательность, но и активное взаимодействие. В проекте реализованы формы ввода, кнопки, переключатели и анимации при наведении. Пользователь может писать комментарии, редактировать профиль, менять настройки. Все эти элементы создают эффект живого сайта, где пользователь чувствует, что он может управлять интерфейсом и взаимодействовать с ним, даже без подключения к серверу.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5" y="593478"/>
            <a:ext cx="5845682" cy="607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1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3" y="-594"/>
            <a:ext cx="12193057" cy="685859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237" y="396582"/>
            <a:ext cx="6990079" cy="606424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05292" y="243215"/>
            <a:ext cx="4824945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На этом слайде представлен интерфейс раздела «Сообщения».</a:t>
            </a:r>
            <a:br>
              <a:rPr lang="ru-RU" sz="2400" i="1" dirty="0"/>
            </a:br>
            <a:r>
              <a:rPr lang="ru-RU" sz="2400" i="1" dirty="0"/>
              <a:t>Каждое сообщение отображается в виде карточки с </a:t>
            </a:r>
            <a:r>
              <a:rPr lang="ru-RU" sz="2400" i="1" dirty="0" err="1"/>
              <a:t>аватаром</a:t>
            </a:r>
            <a:r>
              <a:rPr lang="ru-RU" sz="2400" i="1" dirty="0"/>
              <a:t>, именем отправителя, временем и текстом последнего сообщения. Такой формат позволяет пользователю быстро ориентироваться в своей переписке. Дизайн </a:t>
            </a:r>
            <a:r>
              <a:rPr lang="ru-RU" sz="2400" i="1" dirty="0" err="1"/>
              <a:t>минималистичный</a:t>
            </a:r>
            <a:r>
              <a:rPr lang="ru-RU" sz="2400" i="1" dirty="0"/>
              <a:t> и чистый, чтобы внимание сосредотачивалось на содержании. Всё оформлено удобно для чтения — с использованием цветовых акцентов и аккуратных блоков.</a:t>
            </a:r>
          </a:p>
        </p:txBody>
      </p:sp>
    </p:spTree>
    <p:extLst>
      <p:ext uri="{BB962C8B-B14F-4D97-AF65-F5344CB8AC3E}">
        <p14:creationId xmlns:p14="http://schemas.microsoft.com/office/powerpoint/2010/main" val="1365289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5344" y="299734"/>
            <a:ext cx="119207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Здесь показан раздел уведомлений, где пользователь видит актуальные события, связанные с его активностью. Это могут быть лайки, комментарии или напоминания о дне рождения друзей. Каждое уведомление содержит иконку, имя пользователя и описание действия. Также отображается время события. Такой формат помогает пользователю быть в курсе происходящего и поддерживает социальную активность на платформе.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089" y="2608058"/>
            <a:ext cx="8383832" cy="397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46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85928" y="299734"/>
            <a:ext cx="441350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Этот раздел позволяет пользователю изменить свои личные данные: имя, фамилию, адрес электронной почты, номер телефона и информацию о себе. Все поля удобно расположены, имеют понятные подписи и красиво оформлены. Внизу размещена кнопка «Сохранить изменения». Такой интерфейс делает сайт персонализированным и позволяет пользователю чувствовать, что он управляет своей страницей.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936" y="299734"/>
            <a:ext cx="6604751" cy="611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05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03632" y="107710"/>
            <a:ext cx="118475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На слайде показан раздел с настройками аккаунта. Здесь пользователь может управлять уведомлениями о новых сообщениях, лайках, комментариях, днях рождения и включить тёмную тему. Каждый пункт сопровождается переключателем, который можно активировать или деактивировать. Такой подход делает взаимодействие простым, понятным и позволяет гибко настраивать сайт под личные предпочтения.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336" y="2181063"/>
            <a:ext cx="7918704" cy="447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52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057" cy="685859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334296" y="0"/>
            <a:ext cx="23695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i="1" dirty="0"/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1443" y="720566"/>
            <a:ext cx="536448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/>
              <a:t>В ходе работы я не только освоила практические навыки веб-разработки, но и научилась проектировать интерфейсы, ориентируясь на пользователя. Был создан сайт, включающий все ключевые элементы </a:t>
            </a:r>
            <a:r>
              <a:rPr lang="ru-RU" sz="2400" i="1" dirty="0" err="1"/>
              <a:t>соцсети</a:t>
            </a:r>
            <a:r>
              <a:rPr lang="ru-RU" sz="2400" i="1" dirty="0"/>
              <a:t>: посты, сообщения, уведомления, профиль, настройки и футер. Все элементы логично связаны между собой, имеют единый стиль и работают в одной визуальной концепции. Проект </a:t>
            </a:r>
            <a:r>
              <a:rPr lang="ru-RU" sz="2400" i="1" dirty="0" err="1"/>
              <a:t>Lesis</a:t>
            </a:r>
            <a:r>
              <a:rPr lang="ru-RU" sz="2400" i="1" dirty="0"/>
              <a:t> стал для меня важным шагом в освоении клиентской части веб-приложений и дал отличную базу для дальнейшего роста.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855" y="-1372313"/>
            <a:ext cx="5486876" cy="82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12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" y="118872"/>
            <a:ext cx="7013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i="1" dirty="0" smtClean="0"/>
              <a:t>Список литературы</a:t>
            </a:r>
            <a:endParaRPr lang="ru-RU" sz="3200" b="1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64592" y="859536"/>
            <a:ext cx="115305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400" i="1" dirty="0">
                <a:hlinkClick r:id="rId3"/>
              </a:rPr>
              <a:t>http://</a:t>
            </a:r>
            <a:r>
              <a:rPr lang="az-Latn-AZ" sz="2400" i="1" dirty="0" smtClean="0">
                <a:hlinkClick r:id="rId3"/>
              </a:rPr>
              <a:t>127.0.0.1:5500/src/ghfjdk.html</a:t>
            </a:r>
            <a:endParaRPr lang="ru-RU" sz="2400" i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400" i="1" dirty="0">
                <a:hlinkClick r:id="rId4"/>
              </a:rPr>
              <a:t>https://tilda.cc/ru</a:t>
            </a:r>
            <a:r>
              <a:rPr lang="az-Latn-AZ" sz="2400" i="1" dirty="0" smtClean="0">
                <a:hlinkClick r:id="rId4"/>
              </a:rPr>
              <a:t>/</a:t>
            </a:r>
            <a:endParaRPr lang="ru-RU" sz="2400" i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400" i="1" dirty="0">
                <a:hlinkClick r:id="rId5"/>
              </a:rPr>
              <a:t>https://www.figma.com</a:t>
            </a:r>
            <a:r>
              <a:rPr lang="az-Latn-AZ" sz="2400" i="1" dirty="0" smtClean="0">
                <a:hlinkClick r:id="rId5"/>
              </a:rPr>
              <a:t>/</a:t>
            </a:r>
            <a:endParaRPr lang="ru-RU" sz="2400" i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2400" i="1" dirty="0">
                <a:hlinkClick r:id="rId6"/>
              </a:rPr>
              <a:t>https://code.visualstudio.com</a:t>
            </a:r>
            <a:r>
              <a:rPr lang="az-Latn-AZ" sz="2400" i="1" dirty="0" smtClean="0">
                <a:hlinkClick r:id="rId6"/>
              </a:rPr>
              <a:t>/</a:t>
            </a:r>
            <a:endParaRPr lang="ru-RU" sz="2400" i="1" dirty="0" smtClean="0"/>
          </a:p>
        </p:txBody>
      </p:sp>
    </p:spTree>
    <p:extLst>
      <p:ext uri="{BB962C8B-B14F-4D97-AF65-F5344CB8AC3E}">
        <p14:creationId xmlns:p14="http://schemas.microsoft.com/office/powerpoint/2010/main" val="304240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-297"/>
            <a:ext cx="12193057" cy="68585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38144" y="2441448"/>
            <a:ext cx="9253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i="1" dirty="0" smtClean="0"/>
              <a:t>Спасибо за внимание</a:t>
            </a:r>
            <a:endParaRPr lang="ru-RU" sz="4000" b="1" i="1" dirty="0"/>
          </a:p>
        </p:txBody>
      </p:sp>
    </p:spTree>
    <p:extLst>
      <p:ext uri="{BB962C8B-B14F-4D97-AF65-F5344CB8AC3E}">
        <p14:creationId xmlns:p14="http://schemas.microsoft.com/office/powerpoint/2010/main" val="12024092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857</Words>
  <Application>Microsoft Office PowerPoint</Application>
  <PresentationFormat>Широкоэкранный</PresentationFormat>
  <Paragraphs>48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Медина</dc:creator>
  <cp:lastModifiedBy>Медина</cp:lastModifiedBy>
  <cp:revision>21</cp:revision>
  <dcterms:created xsi:type="dcterms:W3CDTF">2025-04-26T19:19:47Z</dcterms:created>
  <dcterms:modified xsi:type="dcterms:W3CDTF">2025-05-03T17:23:47Z</dcterms:modified>
</cp:coreProperties>
</file>